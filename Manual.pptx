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3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2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5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2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2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2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36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2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1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5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D10C6-2720-4EA8-AB77-DABBF64F4DFE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7A11C-12D5-4403-8E2B-366922452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7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of scripts and functions in MATLAB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מציין מיקום תוכן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08816653"/>
                  </p:ext>
                </p:extLst>
              </p:nvPr>
            </p:nvGraphicFramePr>
            <p:xfrm>
              <a:off x="838198" y="1523967"/>
              <a:ext cx="10515601" cy="3510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730"/>
                    <a:gridCol w="3326608"/>
                    <a:gridCol w="1036949"/>
                    <a:gridCol w="5556314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#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Name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Type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Description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(1)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CircleFittingApp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App (GUI)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Graphic</a:t>
                          </a:r>
                          <a:r>
                            <a:rPr lang="en-US" sz="1600" baseline="0" dirty="0" smtClean="0"/>
                            <a:t> user interface that lets the user choose the movie and perform the analysis in an interactive manner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(2)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CF_Main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Script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In this script, the</a:t>
                          </a:r>
                          <a:r>
                            <a:rPr lang="en-US" sz="1600" baseline="0" dirty="0" smtClean="0"/>
                            <a:t> user will provide the movie and perform the analysis through the regular MATLAB interface (compiling a code)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(3)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CF_circle_contour_func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Function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Finds the best fitting radius of a circular object in the original image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(4)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CF_circle_contour_func_X10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Function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Interapolates the original image</a:t>
                          </a:r>
                          <a:r>
                            <a:rPr lang="en-US" sz="1600" baseline="0" dirty="0" smtClean="0"/>
                            <a:t> and then finds the best fitting radius with a refined precision of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𝑝𝑖𝑥𝑒𝑙𝑠</m:t>
                              </m:r>
                            </m:oMath>
                          </a14:m>
                          <a:r>
                            <a:rPr lang="en-US" sz="1600" dirty="0" smtClean="0"/>
                            <a:t>.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(5)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CF_circle_contour_func_X10_no_shift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Function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First</a:t>
                          </a:r>
                          <a:r>
                            <a:rPr lang="en-US" sz="1600" baseline="0" dirty="0" smtClean="0"/>
                            <a:t>, crops the original image such that the best fitting radius obtained in (2) will be in the </a:t>
                          </a:r>
                          <a:r>
                            <a:rPr lang="en-US" sz="1600" baseline="0" dirty="0" smtClean="0"/>
                            <a:t>center of the new image. </a:t>
                          </a:r>
                          <a:r>
                            <a:rPr lang="en-US" sz="1600" dirty="0" smtClean="0"/>
                            <a:t>And</a:t>
                          </a:r>
                          <a:r>
                            <a:rPr lang="en-US" sz="1600" baseline="0" dirty="0" smtClean="0"/>
                            <a:t> then, </a:t>
                          </a:r>
                          <a:r>
                            <a:rPr lang="en-US" sz="1600" baseline="0" dirty="0" smtClean="0"/>
                            <a:t>p</a:t>
                          </a:r>
                          <a:r>
                            <a:rPr lang="en-US" sz="1600" dirty="0" smtClean="0"/>
                            <a:t>erform</a:t>
                          </a:r>
                          <a:r>
                            <a:rPr lang="en-US" sz="1600" baseline="0" dirty="0" smtClean="0"/>
                            <a:t>s the same analysis of the refined precision radius fitting.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מציין מיקום תוכן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08816653"/>
                  </p:ext>
                </p:extLst>
              </p:nvPr>
            </p:nvGraphicFramePr>
            <p:xfrm>
              <a:off x="838198" y="1523967"/>
              <a:ext cx="10515601" cy="3510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730"/>
                    <a:gridCol w="3326608"/>
                    <a:gridCol w="1036949"/>
                    <a:gridCol w="5556314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#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Name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Type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Description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(1)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CircleFittingApp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App (GUI)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Graphic</a:t>
                          </a:r>
                          <a:r>
                            <a:rPr lang="en-US" sz="1600" baseline="0" dirty="0" smtClean="0"/>
                            <a:t> user interface that lets the user choose the movie and perform the analysis in an interactive manner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(2)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CF_Main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Script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In this script, the</a:t>
                          </a:r>
                          <a:r>
                            <a:rPr lang="en-US" sz="1600" baseline="0" dirty="0" smtClean="0"/>
                            <a:t> user will provide the movie and perform the analysis through the regular MATLAB interface (compiling a code)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(3)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 smtClean="0"/>
                            <a:t>CF_circle_contour_func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Function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Finds the best fitting radius of a circular object in the original image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(4)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CF_circle_contour_func_X10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Function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89364" t="-367368" r="-439" b="-155789"/>
                          </a:stretch>
                        </a:blipFill>
                      </a:tcPr>
                    </a:tc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(5)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CF_circle_contour_func_X10_no_shift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Function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First</a:t>
                          </a:r>
                          <a:r>
                            <a:rPr lang="en-US" sz="1600" baseline="0" dirty="0" smtClean="0"/>
                            <a:t>, crops the original image such that the best fitting radius obtained in (2) will be in the </a:t>
                          </a:r>
                          <a:r>
                            <a:rPr lang="en-US" sz="1600" baseline="0" dirty="0" smtClean="0"/>
                            <a:t>center of the new image. </a:t>
                          </a:r>
                          <a:r>
                            <a:rPr lang="en-US" sz="1600" dirty="0" smtClean="0"/>
                            <a:t>And</a:t>
                          </a:r>
                          <a:r>
                            <a:rPr lang="en-US" sz="1600" baseline="0" dirty="0" smtClean="0"/>
                            <a:t> then, </a:t>
                          </a:r>
                          <a:r>
                            <a:rPr lang="en-US" sz="1600" baseline="0" dirty="0" smtClean="0"/>
                            <a:t>p</a:t>
                          </a:r>
                          <a:r>
                            <a:rPr lang="en-US" sz="1600" dirty="0" smtClean="0"/>
                            <a:t>erform</a:t>
                          </a:r>
                          <a:r>
                            <a:rPr lang="en-US" sz="1600" baseline="0" dirty="0" smtClean="0"/>
                            <a:t>s the same analysis of the refined precision radius fitting.</a:t>
                          </a:r>
                          <a:endParaRPr 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40666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154</Words>
  <Application>Microsoft Office PowerPoint</Application>
  <PresentationFormat>מסך רחב</PresentationFormat>
  <Paragraphs>25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ערכת נושא Office</vt:lpstr>
      <vt:lpstr>List of scripts and functions in MATLAB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חשבון Microsoft</dc:creator>
  <cp:lastModifiedBy>חשבון Microsoft</cp:lastModifiedBy>
  <cp:revision>4</cp:revision>
  <dcterms:created xsi:type="dcterms:W3CDTF">2024-12-18T16:14:23Z</dcterms:created>
  <dcterms:modified xsi:type="dcterms:W3CDTF">2024-12-18T21:11:59Z</dcterms:modified>
</cp:coreProperties>
</file>